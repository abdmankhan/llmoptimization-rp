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motivation and research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full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probability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multiple optimizers.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performance is compared.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Scheduling Optimization</a:t>
            </a:r>
          </a:p>
          <a:p>
            <a:r>
              <a:t>Progress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→ MLBP → Optimization →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&amp; XGBoost MLBP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Search, NSGA-II, SPEA2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IGD, Δ, Mₙ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Multi-run experimental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Scaling &amp; Real LLM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